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3" r:id="rId3"/>
    <p:sldMasterId id="2147483686" r:id="rId4"/>
    <p:sldMasterId id="2147483699" r:id="rId5"/>
    <p:sldMasterId id="2147483712" r:id="rId6"/>
    <p:sldMasterId id="2147483725" r:id="rId7"/>
    <p:sldMasterId id="2147483738" r:id="rId8"/>
  </p:sldMasterIdLst>
  <p:sldIdLst>
    <p:sldId id="258" r:id="rId9"/>
    <p:sldId id="261" r:id="rId10"/>
    <p:sldId id="262" r:id="rId11"/>
    <p:sldId id="263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34"/>
    <p:restoredTop sz="96438"/>
  </p:normalViewPr>
  <p:slideViewPr>
    <p:cSldViewPr snapToGrid="0" snapToObjects="1">
      <p:cViewPr>
        <p:scale>
          <a:sx n="145" d="100"/>
          <a:sy n="145" d="100"/>
        </p:scale>
        <p:origin x="-24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6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7F02-B2E9-5444-AFA2-75FBCA18E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39E9-58E5-F648-BDA0-D7F064031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A50D3-DC31-A34C-98B7-0D878AB600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480916-21A4-7E4D-A98C-156E028281CC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DDDC7-DCE1-594D-BBAB-6E884F018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B859A-1C1C-6547-A0F5-7CDC5FA4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1D1224-EDBD-B14B-B73F-9E36EDE73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8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A032C-FF97-DF43-B1FC-DA530EECB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14ED3-5F6E-9A41-BC30-5A02DEE7F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9A479-5D5D-184B-BAF1-B7EC7867EE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480916-21A4-7E4D-A98C-156E028281CC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67EB7-5CB1-2946-BACA-211A5BA73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70174-FA41-954F-9263-C08788C71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1D1224-EDBD-B14B-B73F-9E36EDE73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0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BD173-36CE-8749-98DE-D0CAF6DCB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0B769-C7FF-DC47-94C8-57EFA491B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090F9-C5DC-6842-B7A9-7CB351DC9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E710A-5BF7-6844-980B-C5924B1DB6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480916-21A4-7E4D-A98C-156E028281CC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223B1-024B-F441-A3FA-F097ED0B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D1F3A-42A3-914A-BF9B-1BA08D394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1D1224-EDBD-B14B-B73F-9E36EDE73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3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C4125-DA4A-C344-8E59-4A8E764A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2CEC8-5598-ED46-ADEE-ED81D5B5B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DAB46-7255-3844-8CCF-E96A33539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5BF64-1A33-5241-9207-073B938470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4B2DED-A063-544B-A70A-0596910A0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323A4-0142-9948-A9F4-C285A4FBDA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480916-21A4-7E4D-A98C-156E028281CC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2E4901-CC20-AC41-B1F4-77FD0ADB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66D036-E49E-8A42-B742-4A7CC718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1D1224-EDBD-B14B-B73F-9E36EDE73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8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4E4BE-47A5-1B4E-BC20-65D5A4617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A3E4F5-BCF5-E547-A9A3-1C4A7384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480916-21A4-7E4D-A98C-156E028281CC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D40B1-749F-444E-96C4-3491B90DE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315E91-F577-1B4A-980E-479235EC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1D1224-EDBD-B14B-B73F-9E36EDE73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70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A5C36-C00C-464A-A244-5D81E513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480916-21A4-7E4D-A98C-156E028281CC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609941-5AE8-ED4C-AB7F-54055E86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21A39-6BFA-D941-B28D-44E2BB4C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1D1224-EDBD-B14B-B73F-9E36EDE73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04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03E44-409A-2D43-8130-9AE283F3F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B3DF9-8E14-6643-97D4-153F1B1CB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C0960-9D80-C641-95C2-AF0DE56BC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14FBE-1287-7945-9420-6CB71E7A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480916-21A4-7E4D-A98C-156E028281CC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40FF7-17B1-CA41-9236-A37F67D36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8DA9A-0B41-8143-82FB-74BF7BC0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1D1224-EDBD-B14B-B73F-9E36EDE73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6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95605-9454-C544-A5CA-1943A8A5D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8C433B-8281-9B4B-BAA4-48B8FA45E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4CAE4-DFCE-CB44-A1C8-310DCE919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761B9-663C-3E42-9D75-FECEF146FB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480916-21A4-7E4D-A98C-156E028281CC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750DB-782A-2D44-9A6F-33A78329E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1199D-4B6E-1242-B61C-8C025BB5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1D1224-EDBD-B14B-B73F-9E36EDE73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74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AC0E-EF21-E040-8FD5-77A8E8BC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360F4-B5FB-4D44-953C-5AAE17BC8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57944-88E3-7446-9E7E-AD8D7C99AC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480916-21A4-7E4D-A98C-156E028281CC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1C6A3-E3CE-8541-A90E-AFAEC369C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147BB-8884-9147-858E-E087041F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1D1224-EDBD-B14B-B73F-9E36EDE73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89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26D42C-33F4-684E-9E70-CC67EA5F1D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8593" y="4865688"/>
            <a:ext cx="2884854" cy="29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Insert your name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BAE14AD-14F1-A543-9831-DD5745B2D6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36915" y="4865688"/>
            <a:ext cx="3350847" cy="29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Insert the name of your institution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767EFF3-5E2F-C84A-B24E-3FB55E144B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91230" y="4865688"/>
            <a:ext cx="3289301" cy="29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Insert the name of your country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6BB976E-EFC4-444E-94F1-72F6350FF6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593" y="5533904"/>
            <a:ext cx="6577622" cy="29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Insert the title</a:t>
            </a:r>
          </a:p>
        </p:txBody>
      </p:sp>
    </p:spTree>
    <p:extLst>
      <p:ext uri="{BB962C8B-B14F-4D97-AF65-F5344CB8AC3E}">
        <p14:creationId xmlns:p14="http://schemas.microsoft.com/office/powerpoint/2010/main" val="2400435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16FF-5FF6-0F45-AA57-A7929B494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4819D-011E-004F-B7E3-44D47D56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096E9-B738-7642-8168-DF408C0F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31609-CEBF-824F-990B-1BBAD13F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D4AB3-ED20-1847-BE2D-3EE56F46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82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71BF-27DB-6243-AA19-B0479FEA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C728-69A3-494E-808E-6C3C249AD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C669B-F520-0042-8914-FC6F18AB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7AF42-070D-E246-A1AE-88A5EFAF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EB053-1610-E84B-8CEB-FCF4CC19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27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5507-F355-C14D-BDB5-9EF04E96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33C72-4854-404C-A8C1-15C0CFAD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613D3-17D2-9F4A-80FE-8DAA1F09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5A6F-6E2C-0745-A301-CD0CE64C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05244-364C-B34E-A5A1-FD16A3EC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84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DEF2-D6CC-1340-B7A9-563214A2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8AD89-93EF-BC40-8E14-036F01EBF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385E0-75F5-7B4D-8AB4-AE5F2BCBB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3CDF-4C3D-7B42-BE5C-4B48A76C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A320A-6D7C-7D49-ADEC-7C62ACE8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18BCB-444B-4A4D-95A5-A6C9F670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72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7767-47AF-6843-A110-0DD95F2F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CBFF7-0BC6-FD49-BC8A-1070F47D1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D7198-E41C-7C4E-91B5-FE6F8032B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C7AE1-5B6F-8F43-A84A-2CAD303BE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928CC-95A1-724A-B629-C4596A676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F07D4-6A3E-484D-83E7-4BED670B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2A466B-2F12-BA44-920C-8DCCDDC2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3AD6B-98A4-1849-A92D-98779E20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510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EA90C14-9432-CA4A-B155-4E008FA696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66519" y="1729946"/>
            <a:ext cx="7525264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0225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640920A-21CF-B543-A913-202CDE87AF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21827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0635212-EBD7-C94E-A80A-08D386D77A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23719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8C0F29-983C-7846-8F63-2452A62144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113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09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F337-3165-7A4E-8D19-D943AC0E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86D89-0A45-AA44-9A3F-1E167EA6B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18A91-221F-5946-B0A0-CCE827218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4F963-0321-D846-8588-83B2C834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56416-3344-074E-89F7-EDC5FD56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AC917-E0D5-2C43-B5E7-6AD62277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12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1AF3C-E3F5-944D-9915-DB4B8571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A67AE-F6F7-174A-8148-54947F8ED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8DF70-90FA-1542-AFBA-D262C0AC9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B9846-15FB-4045-A4B7-9ADEEB04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40F3F-02BA-4242-BAA4-DBE78AEE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01FEC-5E7F-A448-B04B-6BBC37F9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868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AA0B-0200-E547-A364-CB6A8CAD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0DF52-A55E-BB4E-8266-21920F3AF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A6B2-63B4-BE47-B91B-359BD138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8FD85-5632-8146-8104-76C3A576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2C767-CA92-F14A-A749-C0751F63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176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1F710F-DDCB-F743-B92E-4005BBB20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870B2-4F0D-EF4F-BB42-2F467AABD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B0D85-8434-5D45-ABB7-958786BD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0F894-0F4A-D145-9883-797E2AEF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DD267-BBA0-B044-88DD-446FAAB5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2029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872DE-07FC-6B45-AE3F-EDC218A66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2805140"/>
            <a:ext cx="8680450" cy="24642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>
                <a:latin typeface="Poppins" pitchFamily="2" charset="77"/>
                <a:cs typeface="Poppins" pitchFamily="2" charset="77"/>
              </a:rPr>
              <a:t>Lorem ipsum odor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amet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,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consectetuer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adipiscing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elit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Hac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laoreet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euismod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morbi</a:t>
            </a:r>
            <a:r>
              <a:rPr lang="en-US" dirty="0">
                <a:latin typeface="Poppins" pitchFamily="2" charset="77"/>
                <a:cs typeface="Poppins" pitchFamily="2" charset="77"/>
              </a:rPr>
              <a:t> class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interdum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quisque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Luctus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arcu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condimentum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libero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lobortis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blandit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dictum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felis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Eu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venenatis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ligula ante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suscipit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metus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enim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conubia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Nullam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molestie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nec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accumsan</a:t>
            </a:r>
            <a:r>
              <a:rPr lang="en-US" dirty="0">
                <a:latin typeface="Poppins" pitchFamily="2" charset="77"/>
                <a:cs typeface="Poppins" pitchFamily="2" charset="77"/>
              </a:rPr>
              <a:t> mi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curabitur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29908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16FF-5FF6-0F45-AA57-A7929B494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4819D-011E-004F-B7E3-44D47D56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096E9-B738-7642-8168-DF408C0F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31609-CEBF-824F-990B-1BBAD13F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D4AB3-ED20-1847-BE2D-3EE56F46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364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71BF-27DB-6243-AA19-B0479FEA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C728-69A3-494E-808E-6C3C249AD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C669B-F520-0042-8914-FC6F18AB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7AF42-070D-E246-A1AE-88A5EFAF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EB053-1610-E84B-8CEB-FCF4CC19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267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5507-F355-C14D-BDB5-9EF04E96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33C72-4854-404C-A8C1-15C0CFAD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613D3-17D2-9F4A-80FE-8DAA1F09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5A6F-6E2C-0745-A301-CD0CE64C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05244-364C-B34E-A5A1-FD16A3EC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264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DEF2-D6CC-1340-B7A9-563214A2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8AD89-93EF-BC40-8E14-036F01EBF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385E0-75F5-7B4D-8AB4-AE5F2BCBB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3CDF-4C3D-7B42-BE5C-4B48A76C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A320A-6D7C-7D49-ADEC-7C62ACE8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18BCB-444B-4A4D-95A5-A6C9F670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4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7767-47AF-6843-A110-0DD95F2F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CBFF7-0BC6-FD49-BC8A-1070F47D1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D7198-E41C-7C4E-91B5-FE6F8032B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C7AE1-5B6F-8F43-A84A-2CAD303BE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928CC-95A1-724A-B629-C4596A676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F07D4-6A3E-484D-83E7-4BED670B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2A466B-2F12-BA44-920C-8DCCDDC2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3AD6B-98A4-1849-A92D-98779E20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189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EA90C14-9432-CA4A-B155-4E008FA696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66519" y="1729946"/>
            <a:ext cx="7525264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702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640920A-21CF-B543-A913-202CDE87AF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21827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0635212-EBD7-C94E-A80A-08D386D77A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23719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8C0F29-983C-7846-8F63-2452A62144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113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699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F337-3165-7A4E-8D19-D943AC0E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86D89-0A45-AA44-9A3F-1E167EA6B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18A91-221F-5946-B0A0-CCE827218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4F963-0321-D846-8588-83B2C834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56416-3344-074E-89F7-EDC5FD56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AC917-E0D5-2C43-B5E7-6AD62277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674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1AF3C-E3F5-944D-9915-DB4B8571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A67AE-F6F7-174A-8148-54947F8ED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8DF70-90FA-1542-AFBA-D262C0AC9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B9846-15FB-4045-A4B7-9ADEEB04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40F3F-02BA-4242-BAA4-DBE78AEE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01FEC-5E7F-A448-B04B-6BBC37F9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01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AA0B-0200-E547-A364-CB6A8CAD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0DF52-A55E-BB4E-8266-21920F3AF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A6B2-63B4-BE47-B91B-359BD138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8FD85-5632-8146-8104-76C3A576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2C767-CA92-F14A-A749-C0751F63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636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1F710F-DDCB-F743-B92E-4005BBB20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870B2-4F0D-EF4F-BB42-2F467AABD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B0D85-8434-5D45-ABB7-958786BD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0F894-0F4A-D145-9883-797E2AEF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DD267-BBA0-B044-88DD-446FAAB5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279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872DE-07FC-6B45-AE3F-EDC218A66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2805140"/>
            <a:ext cx="8680450" cy="24642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>
                <a:latin typeface="Poppins" pitchFamily="2" charset="77"/>
                <a:cs typeface="Poppins" pitchFamily="2" charset="77"/>
              </a:rPr>
              <a:t>Lorem ipsum odor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amet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,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consectetuer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adipiscing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elit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Hac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laoreet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euismod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morbi</a:t>
            </a:r>
            <a:r>
              <a:rPr lang="en-US" dirty="0">
                <a:latin typeface="Poppins" pitchFamily="2" charset="77"/>
                <a:cs typeface="Poppins" pitchFamily="2" charset="77"/>
              </a:rPr>
              <a:t> class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interdum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quisque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Luctus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arcu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condimentum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libero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lobortis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blandit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dictum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felis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Eu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venenatis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ligula ante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suscipit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metus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enim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conubia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Nullam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molestie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nec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accumsan</a:t>
            </a:r>
            <a:r>
              <a:rPr lang="en-US" dirty="0">
                <a:latin typeface="Poppins" pitchFamily="2" charset="77"/>
                <a:cs typeface="Poppins" pitchFamily="2" charset="77"/>
              </a:rPr>
              <a:t> mi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curabitur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482883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16FF-5FF6-0F45-AA57-A7929B494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4819D-011E-004F-B7E3-44D47D56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096E9-B738-7642-8168-DF408C0F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31609-CEBF-824F-990B-1BBAD13F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D4AB3-ED20-1847-BE2D-3EE56F46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255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71BF-27DB-6243-AA19-B0479FEA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C728-69A3-494E-808E-6C3C249AD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C669B-F520-0042-8914-FC6F18AB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7AF42-070D-E246-A1AE-88A5EFAF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EB053-1610-E84B-8CEB-FCF4CC19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481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5507-F355-C14D-BDB5-9EF04E96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33C72-4854-404C-A8C1-15C0CFAD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613D3-17D2-9F4A-80FE-8DAA1F09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5A6F-6E2C-0745-A301-CD0CE64C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05244-364C-B34E-A5A1-FD16A3EC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806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DEF2-D6CC-1340-B7A9-563214A2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8AD89-93EF-BC40-8E14-036F01EBF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385E0-75F5-7B4D-8AB4-AE5F2BCBB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3CDF-4C3D-7B42-BE5C-4B48A76C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A320A-6D7C-7D49-ADEC-7C62ACE8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18BCB-444B-4A4D-95A5-A6C9F670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506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7767-47AF-6843-A110-0DD95F2F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CBFF7-0BC6-FD49-BC8A-1070F47D1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D7198-E41C-7C4E-91B5-FE6F8032B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C7AE1-5B6F-8F43-A84A-2CAD303BE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928CC-95A1-724A-B629-C4596A676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F07D4-6A3E-484D-83E7-4BED670B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2A466B-2F12-BA44-920C-8DCCDDC2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3AD6B-98A4-1849-A92D-98779E20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385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EA90C14-9432-CA4A-B155-4E008FA696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66519" y="1729946"/>
            <a:ext cx="7525264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05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640920A-21CF-B543-A913-202CDE87AF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21827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0635212-EBD7-C94E-A80A-08D386D77A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23719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8C0F29-983C-7846-8F63-2452A62144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113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67978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F337-3165-7A4E-8D19-D943AC0E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86D89-0A45-AA44-9A3F-1E167EA6B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18A91-221F-5946-B0A0-CCE827218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4F963-0321-D846-8588-83B2C834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56416-3344-074E-89F7-EDC5FD56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AC917-E0D5-2C43-B5E7-6AD62277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166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1AF3C-E3F5-944D-9915-DB4B8571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A67AE-F6F7-174A-8148-54947F8ED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8DF70-90FA-1542-AFBA-D262C0AC9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B9846-15FB-4045-A4B7-9ADEEB04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40F3F-02BA-4242-BAA4-DBE78AEE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01FEC-5E7F-A448-B04B-6BBC37F9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6059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AA0B-0200-E547-A364-CB6A8CAD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0DF52-A55E-BB4E-8266-21920F3AF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A6B2-63B4-BE47-B91B-359BD138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8FD85-5632-8146-8104-76C3A576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2C767-CA92-F14A-A749-C0751F63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247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1F710F-DDCB-F743-B92E-4005BBB20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870B2-4F0D-EF4F-BB42-2F467AABD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B0D85-8434-5D45-ABB7-958786BD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0F894-0F4A-D145-9883-797E2AEF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DD267-BBA0-B044-88DD-446FAAB5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626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w it wo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872DE-07FC-6B45-AE3F-EDC218A66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2805140"/>
            <a:ext cx="8680450" cy="24642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>
                <a:latin typeface="Poppins" pitchFamily="2" charset="77"/>
                <a:cs typeface="Poppins" pitchFamily="2" charset="77"/>
              </a:rPr>
              <a:t>Lorem ipsum odor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amet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,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consectetuer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adipiscing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elit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Hac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laoreet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euismod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morbi</a:t>
            </a:r>
            <a:r>
              <a:rPr lang="en-US" dirty="0">
                <a:latin typeface="Poppins" pitchFamily="2" charset="77"/>
                <a:cs typeface="Poppins" pitchFamily="2" charset="77"/>
              </a:rPr>
              <a:t> class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interdum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quisque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Luctus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arcu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condimentum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libero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lobortis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blandit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dictum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felis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Eu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venenatis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ligula ante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suscipit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metus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enim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conubia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Nullam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molestie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nec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accumsan</a:t>
            </a:r>
            <a:r>
              <a:rPr lang="en-US" dirty="0">
                <a:latin typeface="Poppins" pitchFamily="2" charset="77"/>
                <a:cs typeface="Poppins" pitchFamily="2" charset="77"/>
              </a:rPr>
              <a:t> mi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curabitur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805089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16FF-5FF6-0F45-AA57-A7929B494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4819D-011E-004F-B7E3-44D47D56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096E9-B738-7642-8168-DF408C0F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31609-CEBF-824F-990B-1BBAD13F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D4AB3-ED20-1847-BE2D-3EE56F46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828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71BF-27DB-6243-AA19-B0479FEA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C728-69A3-494E-808E-6C3C249AD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C669B-F520-0042-8914-FC6F18AB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7AF42-070D-E246-A1AE-88A5EFAF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EB053-1610-E84B-8CEB-FCF4CC19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1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5507-F355-C14D-BDB5-9EF04E96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33C72-4854-404C-A8C1-15C0CFAD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613D3-17D2-9F4A-80FE-8DAA1F09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5A6F-6E2C-0745-A301-CD0CE64C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05244-364C-B34E-A5A1-FD16A3EC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513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DEF2-D6CC-1340-B7A9-563214A2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8AD89-93EF-BC40-8E14-036F01EBF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385E0-75F5-7B4D-8AB4-AE5F2BCBB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3CDF-4C3D-7B42-BE5C-4B48A76C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A320A-6D7C-7D49-ADEC-7C62ACE8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18BCB-444B-4A4D-95A5-A6C9F670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597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7767-47AF-6843-A110-0DD95F2F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CBFF7-0BC6-FD49-BC8A-1070F47D1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D7198-E41C-7C4E-91B5-FE6F8032B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C7AE1-5B6F-8F43-A84A-2CAD303BE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928CC-95A1-724A-B629-C4596A676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F07D4-6A3E-484D-83E7-4BED670B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2A466B-2F12-BA44-920C-8DCCDDC2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3AD6B-98A4-1849-A92D-98779E20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659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EA90C14-9432-CA4A-B155-4E008FA696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66519" y="1729946"/>
            <a:ext cx="7525264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9966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640920A-21CF-B543-A913-202CDE87AF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21827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0635212-EBD7-C94E-A80A-08D386D77A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23719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8C0F29-983C-7846-8F63-2452A62144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113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76559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F337-3165-7A4E-8D19-D943AC0E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86D89-0A45-AA44-9A3F-1E167EA6B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18A91-221F-5946-B0A0-CCE827218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4F963-0321-D846-8588-83B2C834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56416-3344-074E-89F7-EDC5FD56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AC917-E0D5-2C43-B5E7-6AD62277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142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1AF3C-E3F5-944D-9915-DB4B8571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A67AE-F6F7-174A-8148-54947F8ED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8DF70-90FA-1542-AFBA-D262C0AC9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B9846-15FB-4045-A4B7-9ADEEB04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40F3F-02BA-4242-BAA4-DBE78AEE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01FEC-5E7F-A448-B04B-6BBC37F9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183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AA0B-0200-E547-A364-CB6A8CAD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0DF52-A55E-BB4E-8266-21920F3AF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A6B2-63B4-BE47-B91B-359BD138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8FD85-5632-8146-8104-76C3A576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2C767-CA92-F14A-A749-C0751F63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708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1F710F-DDCB-F743-B92E-4005BBB20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870B2-4F0D-EF4F-BB42-2F467AABD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B0D85-8434-5D45-ABB7-958786BD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0F894-0F4A-D145-9883-797E2AEF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DD267-BBA0-B044-88DD-446FAAB5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1422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872DE-07FC-6B45-AE3F-EDC218A66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2805140"/>
            <a:ext cx="8680450" cy="24642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>
                <a:latin typeface="Poppins" pitchFamily="2" charset="77"/>
                <a:cs typeface="Poppins" pitchFamily="2" charset="77"/>
              </a:rPr>
              <a:t>Lorem ipsum odor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amet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,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consectetuer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adipiscing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elit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Hac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laoreet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euismod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morbi</a:t>
            </a:r>
            <a:r>
              <a:rPr lang="en-US" dirty="0">
                <a:latin typeface="Poppins" pitchFamily="2" charset="77"/>
                <a:cs typeface="Poppins" pitchFamily="2" charset="77"/>
              </a:rPr>
              <a:t> class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interdum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quisque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Luctus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arcu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condimentum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libero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lobortis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blandit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dictum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felis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Eu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venenatis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ligula ante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suscipit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metus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enim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conubia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Nullam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molestie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nec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accumsan</a:t>
            </a:r>
            <a:r>
              <a:rPr lang="en-US" dirty="0">
                <a:latin typeface="Poppins" pitchFamily="2" charset="77"/>
                <a:cs typeface="Poppins" pitchFamily="2" charset="77"/>
              </a:rPr>
              <a:t> mi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curabitur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6159527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16FF-5FF6-0F45-AA57-A7929B494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4819D-011E-004F-B7E3-44D47D56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096E9-B738-7642-8168-DF408C0F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31609-CEBF-824F-990B-1BBAD13F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D4AB3-ED20-1847-BE2D-3EE56F46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1858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71BF-27DB-6243-AA19-B0479FEA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C728-69A3-494E-808E-6C3C249AD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C669B-F520-0042-8914-FC6F18AB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7AF42-070D-E246-A1AE-88A5EFAF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EB053-1610-E84B-8CEB-FCF4CC19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560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5507-F355-C14D-BDB5-9EF04E96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33C72-4854-404C-A8C1-15C0CFAD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613D3-17D2-9F4A-80FE-8DAA1F09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5A6F-6E2C-0745-A301-CD0CE64C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05244-364C-B34E-A5A1-FD16A3EC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140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DEF2-D6CC-1340-B7A9-563214A2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8AD89-93EF-BC40-8E14-036F01EBF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385E0-75F5-7B4D-8AB4-AE5F2BCBB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3CDF-4C3D-7B42-BE5C-4B48A76C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A320A-6D7C-7D49-ADEC-7C62ACE8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18BCB-444B-4A4D-95A5-A6C9F670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3380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7767-47AF-6843-A110-0DD95F2F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CBFF7-0BC6-FD49-BC8A-1070F47D1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D7198-E41C-7C4E-91B5-FE6F8032B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C7AE1-5B6F-8F43-A84A-2CAD303BE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928CC-95A1-724A-B629-C4596A676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F07D4-6A3E-484D-83E7-4BED670B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2A466B-2F12-BA44-920C-8DCCDDC2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3AD6B-98A4-1849-A92D-98779E20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6436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EA90C14-9432-CA4A-B155-4E008FA696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66519" y="1729946"/>
            <a:ext cx="7525264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67248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640920A-21CF-B543-A913-202CDE87AF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21827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0635212-EBD7-C94E-A80A-08D386D77A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23719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8C0F29-983C-7846-8F63-2452A62144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113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93422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F337-3165-7A4E-8D19-D943AC0E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86D89-0A45-AA44-9A3F-1E167EA6B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18A91-221F-5946-B0A0-CCE827218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4F963-0321-D846-8588-83B2C834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56416-3344-074E-89F7-EDC5FD56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AC917-E0D5-2C43-B5E7-6AD62277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5913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1AF3C-E3F5-944D-9915-DB4B8571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A67AE-F6F7-174A-8148-54947F8ED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8DF70-90FA-1542-AFBA-D262C0AC9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B9846-15FB-4045-A4B7-9ADEEB04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40F3F-02BA-4242-BAA4-DBE78AEE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01FEC-5E7F-A448-B04B-6BBC37F9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4370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AA0B-0200-E547-A364-CB6A8CAD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0DF52-A55E-BB4E-8266-21920F3AF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A6B2-63B4-BE47-B91B-359BD138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8FD85-5632-8146-8104-76C3A576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2C767-CA92-F14A-A749-C0751F63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40386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1F710F-DDCB-F743-B92E-4005BBB20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870B2-4F0D-EF4F-BB42-2F467AABD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B0D85-8434-5D45-ABB7-958786BD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0F894-0F4A-D145-9883-797E2AEF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DD267-BBA0-B044-88DD-446FAAB5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1939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en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872DE-07FC-6B45-AE3F-EDC218A66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2805140"/>
            <a:ext cx="8680450" cy="24642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>
                <a:latin typeface="Poppins" pitchFamily="2" charset="77"/>
                <a:cs typeface="Poppins" pitchFamily="2" charset="77"/>
              </a:rPr>
              <a:t>Lorem ipsum odor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amet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,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consectetuer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adipiscing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elit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Hac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laoreet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euismod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morbi</a:t>
            </a:r>
            <a:r>
              <a:rPr lang="en-US" dirty="0">
                <a:latin typeface="Poppins" pitchFamily="2" charset="77"/>
                <a:cs typeface="Poppins" pitchFamily="2" charset="77"/>
              </a:rPr>
              <a:t> class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interdum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quisque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Luctus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arcu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condimentum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libero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lobortis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blandit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dictum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felis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Eu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venenatis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ligula ante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suscipit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metus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enim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conubia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Nullam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molestie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nec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accumsan</a:t>
            </a:r>
            <a:r>
              <a:rPr lang="en-US" dirty="0">
                <a:latin typeface="Poppins" pitchFamily="2" charset="77"/>
                <a:cs typeface="Poppins" pitchFamily="2" charset="77"/>
              </a:rPr>
              <a:t> mi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curabitur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4367305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16FF-5FF6-0F45-AA57-A7929B494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4819D-011E-004F-B7E3-44D47D56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096E9-B738-7642-8168-DF408C0F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31609-CEBF-824F-990B-1BBAD13F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D4AB3-ED20-1847-BE2D-3EE56F46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078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71BF-27DB-6243-AA19-B0479FEA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C728-69A3-494E-808E-6C3C249AD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C669B-F520-0042-8914-FC6F18AB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7AF42-070D-E246-A1AE-88A5EFAF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EB053-1610-E84B-8CEB-FCF4CC19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8856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5507-F355-C14D-BDB5-9EF04E96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33C72-4854-404C-A8C1-15C0CFAD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613D3-17D2-9F4A-80FE-8DAA1F09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5A6F-6E2C-0745-A301-CD0CE64C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05244-364C-B34E-A5A1-FD16A3EC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7479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DEF2-D6CC-1340-B7A9-563214A2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8AD89-93EF-BC40-8E14-036F01EBF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385E0-75F5-7B4D-8AB4-AE5F2BCBB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3CDF-4C3D-7B42-BE5C-4B48A76C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A320A-6D7C-7D49-ADEC-7C62ACE8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18BCB-444B-4A4D-95A5-A6C9F670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344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7767-47AF-6843-A110-0DD95F2F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CBFF7-0BC6-FD49-BC8A-1070F47D1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D7198-E41C-7C4E-91B5-FE6F8032B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C7AE1-5B6F-8F43-A84A-2CAD303BE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928CC-95A1-724A-B629-C4596A676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F07D4-6A3E-484D-83E7-4BED670B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2A466B-2F12-BA44-920C-8DCCDDC2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3AD6B-98A4-1849-A92D-98779E20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1298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EA90C14-9432-CA4A-B155-4E008FA696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66519" y="1729946"/>
            <a:ext cx="7525264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09452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640920A-21CF-B543-A913-202CDE87AF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21827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0635212-EBD7-C94E-A80A-08D386D77A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23719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8C0F29-983C-7846-8F63-2452A62144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113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3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F337-3165-7A4E-8D19-D943AC0E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86D89-0A45-AA44-9A3F-1E167EA6B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18A91-221F-5946-B0A0-CCE827218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4F963-0321-D846-8588-83B2C834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56416-3344-074E-89F7-EDC5FD56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AC917-E0D5-2C43-B5E7-6AD62277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389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1AF3C-E3F5-944D-9915-DB4B8571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A67AE-F6F7-174A-8148-54947F8ED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8DF70-90FA-1542-AFBA-D262C0AC9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B9846-15FB-4045-A4B7-9ADEEB04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40F3F-02BA-4242-BAA4-DBE78AEE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01FEC-5E7F-A448-B04B-6BBC37F9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8966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AA0B-0200-E547-A364-CB6A8CAD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0DF52-A55E-BB4E-8266-21920F3AF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A6B2-63B4-BE47-B91B-359BD138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8FD85-5632-8146-8104-76C3A576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2C767-CA92-F14A-A749-C0751F63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0115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1F710F-DDCB-F743-B92E-4005BBB20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870B2-4F0D-EF4F-BB42-2F467AABD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B0D85-8434-5D45-ABB7-958786BD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0F894-0F4A-D145-9883-797E2AEF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DD267-BBA0-B044-88DD-446FAAB5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646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and exec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872DE-07FC-6B45-AE3F-EDC218A66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2805140"/>
            <a:ext cx="8680450" cy="24642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>
                <a:latin typeface="Poppins" pitchFamily="2" charset="77"/>
                <a:cs typeface="Poppins" pitchFamily="2" charset="77"/>
              </a:rPr>
              <a:t>Lorem ipsum odor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amet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,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consectetuer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adipiscing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elit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Hac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laoreet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euismod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morbi</a:t>
            </a:r>
            <a:r>
              <a:rPr lang="en-US" dirty="0">
                <a:latin typeface="Poppins" pitchFamily="2" charset="77"/>
                <a:cs typeface="Poppins" pitchFamily="2" charset="77"/>
              </a:rPr>
              <a:t> class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interdum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quisque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Luctus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arcu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condimentum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libero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lobortis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blandit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dictum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felis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Eu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venenatis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ligula ante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suscipit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metus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enim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conubia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Nullam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molestie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nec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accumsan</a:t>
            </a:r>
            <a:r>
              <a:rPr lang="en-US" dirty="0">
                <a:latin typeface="Poppins" pitchFamily="2" charset="77"/>
                <a:cs typeface="Poppins" pitchFamily="2" charset="77"/>
              </a:rPr>
              <a:t> mi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curabitur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9820956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16FF-5FF6-0F45-AA57-A7929B494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4819D-011E-004F-B7E3-44D47D56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096E9-B738-7642-8168-DF408C0F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31609-CEBF-824F-990B-1BBAD13F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D4AB3-ED20-1847-BE2D-3EE56F46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9599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71BF-27DB-6243-AA19-B0479FEA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C728-69A3-494E-808E-6C3C249AD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C669B-F520-0042-8914-FC6F18AB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7AF42-070D-E246-A1AE-88A5EFAF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EB053-1610-E84B-8CEB-FCF4CC19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6892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5507-F355-C14D-BDB5-9EF04E96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33C72-4854-404C-A8C1-15C0CFAD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613D3-17D2-9F4A-80FE-8DAA1F09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5A6F-6E2C-0745-A301-CD0CE64C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05244-364C-B34E-A5A1-FD16A3EC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7975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DEF2-D6CC-1340-B7A9-563214A2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8AD89-93EF-BC40-8E14-036F01EBF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385E0-75F5-7B4D-8AB4-AE5F2BCBB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3CDF-4C3D-7B42-BE5C-4B48A76C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A320A-6D7C-7D49-ADEC-7C62ACE8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18BCB-444B-4A4D-95A5-A6C9F670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067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7767-47AF-6843-A110-0DD95F2F2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CBFF7-0BC6-FD49-BC8A-1070F47D1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D7198-E41C-7C4E-91B5-FE6F8032B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C7AE1-5B6F-8F43-A84A-2CAD303BE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928CC-95A1-724A-B629-C4596A676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F07D4-6A3E-484D-83E7-4BED670B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2A466B-2F12-BA44-920C-8DCCDDC2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3AD6B-98A4-1849-A92D-98779E20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0087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EA90C14-9432-CA4A-B155-4E008FA696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66519" y="1729946"/>
            <a:ext cx="7525264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99401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640920A-21CF-B543-A913-202CDE87AF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21827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0635212-EBD7-C94E-A80A-08D386D77A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23719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8C0F29-983C-7846-8F63-2452A62144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9113" y="1729946"/>
            <a:ext cx="3286897" cy="443607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48559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F337-3165-7A4E-8D19-D943AC0E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86D89-0A45-AA44-9A3F-1E167EA6B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18A91-221F-5946-B0A0-CCE827218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4F963-0321-D846-8588-83B2C834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56416-3344-074E-89F7-EDC5FD56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AC917-E0D5-2C43-B5E7-6AD62277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7533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1AF3C-E3F5-944D-9915-DB4B8571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A67AE-F6F7-174A-8148-54947F8ED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8DF70-90FA-1542-AFBA-D262C0AC9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B9846-15FB-4045-A4B7-9ADEEB04C0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40F3F-02BA-4242-BAA4-DBE78AEE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01FEC-5E7F-A448-B04B-6BBC37F9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4042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AA0B-0200-E547-A364-CB6A8CAD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0DF52-A55E-BB4E-8266-21920F3AF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A6B2-63B4-BE47-B91B-359BD138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8FD85-5632-8146-8104-76C3A576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2C767-CA92-F14A-A749-C0751F63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828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1F710F-DDCB-F743-B92E-4005BBB20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870B2-4F0D-EF4F-BB42-2F467AABD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B0D85-8434-5D45-ABB7-958786BD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BAFEC1-CC70-5645-A0DC-72BBC1697D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0F894-0F4A-D145-9883-797E2AEF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DD267-BBA0-B044-88DD-446FAAB5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D759A0-4931-2C40-BEBB-4051D96E6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9192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raising and milest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872DE-07FC-6B45-AE3F-EDC218A66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2805140"/>
            <a:ext cx="8680450" cy="24642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>
                <a:latin typeface="Poppins" pitchFamily="2" charset="77"/>
                <a:cs typeface="Poppins" pitchFamily="2" charset="77"/>
              </a:rPr>
              <a:t>Lorem ipsum odor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amet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,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consectetuer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adipiscing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elit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Hac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laoreet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euismod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morbi</a:t>
            </a:r>
            <a:r>
              <a:rPr lang="en-US" dirty="0">
                <a:latin typeface="Poppins" pitchFamily="2" charset="77"/>
                <a:cs typeface="Poppins" pitchFamily="2" charset="77"/>
              </a:rPr>
              <a:t> class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interdum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quisque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Luctus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arcu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condimentum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libero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lobortis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blandit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dictum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felis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Eu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venenatis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ligula ante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suscipit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metus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enim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conubia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Nullam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mus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molestie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nec</a:t>
            </a:r>
            <a:r>
              <a:rPr lang="en-US" dirty="0">
                <a:latin typeface="Poppins" pitchFamily="2" charset="77"/>
                <a:cs typeface="Poppins" pitchFamily="2" charset="77"/>
              </a:rPr>
              <a:t>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accumsan</a:t>
            </a:r>
            <a:r>
              <a:rPr lang="en-US" dirty="0">
                <a:latin typeface="Poppins" pitchFamily="2" charset="77"/>
                <a:cs typeface="Poppins" pitchFamily="2" charset="77"/>
              </a:rPr>
              <a:t> mi </a:t>
            </a:r>
            <a:r>
              <a:rPr lang="en-US" dirty="0" err="1">
                <a:latin typeface="Poppins" pitchFamily="2" charset="77"/>
                <a:cs typeface="Poppins" pitchFamily="2" charset="77"/>
              </a:rPr>
              <a:t>curabitur</a:t>
            </a:r>
            <a:r>
              <a:rPr lang="en-US" dirty="0">
                <a:latin typeface="Poppins" pitchFamily="2" charset="77"/>
                <a:cs typeface="Poppins" pitchFamily="2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42088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image" Target="../media/image5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image" Target="../media/image7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58238B-B3AB-2943-8D87-538FC56F414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8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8865BF-6C4F-AD4E-A90E-B1C030F847E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8865BF-6C4F-AD4E-A90E-B1C030F847E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8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8865BF-6C4F-AD4E-A90E-B1C030F847E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53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8865BF-6C4F-AD4E-A90E-B1C030F847E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99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8865BF-6C4F-AD4E-A90E-B1C030F847E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3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8865BF-6C4F-AD4E-A90E-B1C030F847E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3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8865BF-6C4F-AD4E-A90E-B1C030F847E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8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BAA15B-8AA5-7140-BDBA-DF7C7F4DE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62BF6-C003-EE4B-A212-88E90FD2C5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5E802D-1994-FB42-8312-9A64FB79F2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FE67AB-2CFB-B746-BE70-0BD03C2C9D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20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9D6810-0F19-9047-8034-30FFB7F335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56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758ABA-33D1-A745-BE6A-821E406AAC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192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78F00-EA5D-DC4D-9A42-299BB92494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8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91EA4E-7C0C-4740-B921-D3E16816F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84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F7645-DF0D-1C42-9E21-75FD6B0E56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1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C94337-9B71-F142-AE08-2EA507320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99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14583-97C1-E749-8AC1-F377D9B89A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12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Arial</vt:lpstr>
      <vt:lpstr>Calibri</vt:lpstr>
      <vt:lpstr>Calibri Light</vt:lpstr>
      <vt:lpstr>Poppins</vt:lpstr>
      <vt:lpstr>Poppins SemiBold</vt:lpstr>
      <vt:lpstr>Office Theme</vt:lpstr>
      <vt:lpstr>Custom Design</vt:lpstr>
      <vt:lpstr>1_Custom Design</vt:lpstr>
      <vt:lpstr>2_Custom Design</vt:lpstr>
      <vt:lpstr>3_Custom Design</vt:lpstr>
      <vt:lpstr>4_Custom Design</vt:lpstr>
      <vt:lpstr>5_Custom Design</vt:lpstr>
      <vt:lpstr>6_Custom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haamaeric@gmail.com</dc:creator>
  <cp:lastModifiedBy>haamaeric@gmail.com</cp:lastModifiedBy>
  <cp:revision>5</cp:revision>
  <dcterms:created xsi:type="dcterms:W3CDTF">2026-06-09T07:39:02Z</dcterms:created>
  <dcterms:modified xsi:type="dcterms:W3CDTF">2026-06-18T13:53:19Z</dcterms:modified>
</cp:coreProperties>
</file>